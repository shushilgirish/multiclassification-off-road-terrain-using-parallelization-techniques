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14d80fa5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914d80fa5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914e3188a4_4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914e3188a4_4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914e3188a4_14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914e3188a4_14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914e3188a4_1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914e3188a4_1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914e3188a4_14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914e3188a4_14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914e3188a4_14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914e3188a4_14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14e3188a4_14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14e3188a4_14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14e3188a4_14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914e3188a4_14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14e3188a4_14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914e3188a4_14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914e3188a4_14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914e3188a4_14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14e3188a4_14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914e3188a4_14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914e3188a4_14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914e3188a4_14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14e3188a4_14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914e3188a4_14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914e3188a4_14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914e3188a4_14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14e3188a4_14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914e3188a4_14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14e3188a4_14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914e3188a4_14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14e3188a4_14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914e3188a4_14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914e3188a4_14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914e3188a4_14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14e3188a4_14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914e3188a4_14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14e3188a4_14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914e3188a4_14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14e3188a4_14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914e3188a4_14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14e3188a4_14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914e3188a4_14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914e3188a4_14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914e3188a4_14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14e3188a4_14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914e3188a4_14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14e3188a4_57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914e3188a4_57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5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 am going to present on the topic Multiclassification Offroad terrain using High Parallelization , , where this is the description of the project 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24"/>
            <a:ext cx="9143545" cy="57175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roduction slide. Make sure the theme is consistent with the previous slide"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 this slide , can you include  the total datasize is of 28GB "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# Exploratory Data Analysis Summary — Terrain Roughness&#10;&#10;### **1. Distribution of Vertical Roughness (`acc_z_std`)**&#10;&#10;- The distribution is **heavily right-skewed**, with most samples between **0.20–0.50**.  &#10;  → Indicates that most terrain segments are **smooth**, producing low vibration.&#10;&#10;- A **long tail extending beyond 1.5+** corresponds to **rough terrain** with strong vertical acceleration.&#10;&#10;- The smooth monotonic falloff suggests a **continuous spectrum** of vibration intensities rather than distinct er###&#10;&#10;---&#10;&#10;## **2. Roughness Class Separation (Boxplot: `acc_z_std` vs `label_k3`)**&#10;&#10;- Median vibration values increase cleanly:  &#10;  **Class 0 &lt; Class 1 &lt; Class 2**&#10;&#10;- Interquartile ranges shift upward across classes → strong separation between roughness levels.&#10;&#10;- Some overlap exists due to:&#10;  - Speed variation  &#10;  - Surface material differences  &#10;  - Tire–terrain interaction  &#10;  - Vehicle dynamics &amp; sensor noise  &#10;&#10;- Overall trend remains **strongly monotonic**, confirming vibration features carry **meaningp###dictive signal**.&#10;&#10;---&#10;&#10;## **3. Speed vs Vibracc_z_meantionship (Scatter: `speed_mean` vs `acc_z_std`)**&#10;&#10;- As speed increases, the **lower boundary** of vibration also increases.  &#10;  → Higher speeds introduce a **speed-dependent noise floor**.&#10;&#10;- Rougher classes (1 &amp; 2) show:&#10;  - Higher `acc_z_std`&#10;  - More variability&#10;  - Clear clustering in high-vibration regions&#10;&#10;- There is **no strict linear relationship** between speed and vibration — terrain roughness is the dominant factor.&#10;&#10;- Class 2 points populate the high-vibration region, validating that extracted features correy c##ture **true terrain roughness**.&#10;&#10;---&#10;&#10;# ⭐ **Overall Takeaways**&#10;&#10;- The accelerometer vibration signal shows **physically meaningful behavior**:&#10;  - Smooth areas → low std, tightly clustered  &#10;  - Rough patches → high std, wide spread, heavy tail&#10;&#10;- Roughness labels align well with vibration magnitude, confirming their **validity**.&#10;&#10;- Speed affects the vibration baseline but **does not overpower** roughness.&#10;&#10;- The extracted features form a **coherent, interpretable feature space** suitable for ML modeling.&#10;Summarize the content and add this below this 2 plots in the slide"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gyroscope data reveals distinct rotational patterns across terrain conditions. The Z-axis (yaw) distribution is centered around 0 deg/s with a normal spread, indicating the vehicle primarily travels straight with occasional steering adjustments. Notably, the X-axis shows minimal correlation with Y and Z axes (-0.04, -0.08), while Y-Z exhibits moderate correlation (0.50), suggesting coupled pitch-yaw motion characteristic of rough terrain navigation. The time series displays high-frequency oscillations reaching ±60 deg/s, with intensity bursts corresponding to challenging terrain segments. The magnitude distribution is right-skewed (peak ~20 deg/s) with a long tail extending to 200 deg/s, capturing extreme rotational events. These patterns confirm that gyroscope variability—particularly Z-axis std and total magnitude—serves as a strong indicator for roughness classification, as rougher terrain demands more frequent steering corrections and induces greater rotational instability."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e theme of this slide as STage 2 and sTage 3 slides" id="84" name="Google Shape;8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e theme of this slide as STage2 and Stage 3 Slides" id="89" name="Google Shape;8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94" name="Google Shape;9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99" name="Google Shape;9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04" name="Google Shape;10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 " id="109" name="Google Shape;10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14" name="Google Shape;11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19" name="Google Shape;11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24" name="Google Shape;12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29" name="Google Shape;12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34" name="Google Shape;13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39" name="Google Shape;13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44" name="Google Shape;14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49" name="Google Shape;14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54" name="Google Shape;15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dd the previous background them to this slide " id="159" name="Google Shape;15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64" name="Google Shape;16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stributedDataParallel (DDP) proved essential for scalability, reducing embedding extraction time from 771s (CPU serial) to 195s on 4 GPUs, enabling large-scale multimodal processing to run efficiently and making the full pipeline practical for real-world deployment.&#10; &#10; &#10;DistributedDataParallel (DDP) enabled true large-scale scalability, allowing image embedding extraction to run efficiently across multiple GPUs and ensuring the multimodal pipeline can handle much larger datasets in real-world applications.Sumarize these points about DDP and Distributed Sampler , in this slide" id="169" name="Google Shape;16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## Team Contributions&#10;&#10;### **Shushil Girish**&#10;- Implemented **Dask-based parallel feature extraction**&#10;- Developed **DDP-style ResNet embedding pipeline**  &#10;  (GLOO &amp; NCCL, multi-process CPU/GPU extraction)&#10;- Performed **GPU profiling &amp; internal analysis**  &#10;  (nsys timeline interpretation, CUDA warmup effects, DataLoader pin_memory impact)&#10;- Conducted extensive **Exploratory Data Analysis**  &#10;  (accelerometer, gyroscope, vibration percentiles, correlation studies)&#10;&#10;### **Sathvik Vadavatha**&#10;- Built and organized the **overall multimodal pipeline structure**&#10;- Implemented **sensor loading, alignment, preprocessing**, and feature engineering foundation&#10;- Developed **CPU multiprocessing workflow** for alignment&#10;- Implemented **modeling components** (Random Forest, Fusion MLP)&#10;- Managed **integration, testing, and report assembly**&#10;&#10;**Both team members collaborated equally on design decisions, debugging, benchmarking, and final report preparation.**&#10;Write this about Contributions in the same theme style in the previous style" id="174" name="Google Shape;17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